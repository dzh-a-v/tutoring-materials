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Data Plan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provider charges customers as follows: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flat fee for the first 5 GB of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 for every additional GB beyond 5 GB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5303520" cy="14630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2461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C(x) = 10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C(x) = 10 + 2(x − 5)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324612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≤ x ≤ 5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&gt; 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143000"/>
            <a:ext cx="2743200" cy="320040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Cost for 3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Cost for 5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Cost for 8 GB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Cost for 12 GB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Data Plan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each value of x into the correct piece: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x = 3  →  3 ≤ 5, use top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C(3) = $10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x = 5  →  boundary, top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C(5) = $10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x = 8  →  8 &gt; 5, use bottom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C(8) = 10 + 2(8 − 5) = $16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x = 12  →  12 &gt; 5, bottom piece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C(12) = 10 + 2(12 − 5) = $24</a:t>
            </a:r>
            <a:endParaRPr lang="en-US" sz="1300" dirty="0"/>
          </a:p>
        </p:txBody>
      </p:sp>
      <p:pic>
        <p:nvPicPr>
          <p:cNvPr id="9" name="Image 0" descr="/home/claude/piecewise/grap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which interval x lies in before substituting.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Two-Bracket Income Tax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simplified income tax system uses two brackets: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150876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T owed on income I (in dollars):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T(I) = 0.10 · I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T(I) = 2,000 + 0.20 · (I − 20,000)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≤ I ≤ 20,000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I &gt; 20,000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tax does someone earning $15,000 pay?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(b)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7472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tax does someone earning $35,000 pay?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2606040" cy="12801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4930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3822192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income produces a tax bill of exactly $5,000?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Two-Bracket Income Tax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07492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I = $15,000  ≤  $20,000  →  first piece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0.10 × 15,000 = $1,500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I = $35,000  &gt;  $20,000  →  second piece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2,000 + 0.20 × (35,000 − 20,000)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2,000 + 0.20 × 15,000 = 2,000 + 3,000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T = $5,000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Tax of $5,000 &gt; $2,000 (cutoff tax) → use second piece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5,000 = 2,000 + 0.20(I − 20,000)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3,000 = 0.20(I − 20,000)   ⇒   I − 20,000 = 15,000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 = $35,000</a:t>
            </a:r>
            <a:endParaRPr lang="en-US" sz="1200" dirty="0"/>
          </a:p>
        </p:txBody>
      </p:sp>
      <p:pic>
        <p:nvPicPr>
          <p:cNvPr id="8" name="Image 0" descr="/home/claude/piecewise/graph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bends at I = $20,000 — only the slope changes; the function stays continuous.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 •  REAL-LIFE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Parking Garage Pricing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parking garage in the city centre charges: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 for the first hour (or any part of 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additional $2 for each extra hour started, for the next 3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hours total, a daily maximum of $9 applies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2880360" cy="288036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82880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2240280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Write the piecewise function P(t) for parking t hours.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Find P(0.5),  P(2.5),  P(7).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Sketch the graph for 0 &lt; t ≤ 8 hours.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each extra hour started” means we round up — this is a step function.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Parking Garage Pricing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Piecewise definition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074920" cy="169164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3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5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7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9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P(t) = 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0 &lt; t ≤ 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1 &lt; t ≤ 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2 &lt; t ≤ 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3 &lt; t ≤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4 &lt; t ≤ 24  (daily max)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Evaluations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P(0.5) = $3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half an hour falls in the first interval (0, 1]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P(2.5) = $7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2.5 lies in (2, 3], so P = 7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P(7) = $9</a:t>
            </a:r>
            <a:endParaRPr lang="en-US" sz="13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7 &gt; 4, daily-max rate kicks in</a:t>
            </a:r>
            <a:endParaRPr lang="en-US" sz="1300" dirty="0"/>
          </a:p>
        </p:txBody>
      </p:sp>
      <p:pic>
        <p:nvPicPr>
          <p:cNvPr id="13" name="Image 0" descr="/home/claude/piecewise/grap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77840" y="3703320"/>
            <a:ext cx="3474720" cy="96012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767328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Step graph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○ = excluded endpoint, filled ● = included.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201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 •  THEORY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65960" y="16459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Conditions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piecewise function: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8229600" cy="1783080"/>
          </a:xfrm>
          <a:prstGeom prst="rect">
            <a:avLst/>
          </a:prstGeom>
          <a:solidFill>
            <a:srgbClr val="F4F7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965960" y="1783080"/>
            <a:ext cx="0" cy="141732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783080"/>
            <a:ext cx="164592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3200400"/>
            <a:ext cx="164592" cy="0"/>
          </a:xfrm>
          <a:prstGeom prst="line">
            <a:avLst/>
          </a:prstGeom>
          <a:noFill/>
          <a:ln w="381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691640"/>
            <a:ext cx="1828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+ 1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x + b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 + 4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297680" y="16916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&lt; 1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1 ≤ x ≤ 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x &gt; 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2A3A7B"/>
          </a:solidFill>
          <a:ln w="12700">
            <a:solidFill>
              <a:srgbClr val="2A3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values of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make  </a:t>
            </a:r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continuous everywhere on the real line.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Problem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Conditions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766560" y="54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github.com://dzh-a-v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at the joining 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 x = 1 ,  left and right values must agree: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(1)² + 1  =  a(1) + 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 + b = 2          …(1)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 x = 3 :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a(3) + b  =  2(3) + 4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3a + b = 10        …(2)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(1) from (2):     (3a + b) − (a + b) = 10 − 2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2a = 8     ⇒     a = 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back into (1):     b = 2 − 4 = −2</a:t>
            </a:r>
            <a:endParaRPr lang="en-US" sz="1300" dirty="0"/>
          </a:p>
        </p:txBody>
      </p:sp>
      <p:pic>
        <p:nvPicPr>
          <p:cNvPr id="11" name="Image 0" descr="/home/claude/piecewise/graph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51560"/>
            <a:ext cx="3474720" cy="2468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577840" y="3657600"/>
            <a:ext cx="347472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40233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4,   b = −2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Functions  •  Solution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Piecewise Functions — Problems &amp; Solutions</dc:title>
  <dc:subject>PptxGenJS Presentation</dc:subject>
  <dc:creator>Math Class</dc:creator>
  <cp:lastModifiedBy>Math Class</cp:lastModifiedBy>
  <cp:revision>1</cp:revision>
  <dcterms:created xsi:type="dcterms:W3CDTF">2026-04-27T08:35:54Z</dcterms:created>
  <dcterms:modified xsi:type="dcterms:W3CDTF">2026-04-27T08:35:54Z</dcterms:modified>
</cp:coreProperties>
</file>